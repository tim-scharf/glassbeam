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Glassbeam Study Description Update</a:t>
            </a:r>
          </a:p>
          <a:p>
            <a:pPr>
              <a:defRPr sz="1600">
                <a:solidFill>
                  <a:srgbClr val="B8C9DA"/>
                </a:solidFill>
              </a:defRPr>
            </a:pPr>
            <a:r>
              <a:t>7/13/2026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0280"/>
            <a:ext cx="2011680" cy="381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defRPr sz="2000">
                <a:solidFill>
                  <a:srgbClr val="2C2C2C"/>
                </a:solidFill>
              </a:defRPr>
              <a:buFont typeface="Arial"/>
              <a:buChar char="▸"/>
            </a:pPr>
            <a:r>
              <a:t>4 customers' data spanning 1 year</a:t>
            </a:r>
          </a:p>
          <a:p>
            <a:pPr marL="285750" indent="-285750">
              <a:spcAft>
                <a:spcPts val="1600"/>
              </a:spcAft>
              <a:defRPr sz="2000">
                <a:solidFill>
                  <a:srgbClr val="2C2C2C"/>
                </a:solidFill>
              </a:defRPr>
              <a:buFont typeface="Arial"/>
              <a:buChar char="▸"/>
            </a:pPr>
            <a:r>
              <a:t>DICOM modality imaging studies</a:t>
            </a:r>
          </a:p>
          <a:p>
            <a:pPr marL="285750" indent="-285750">
              <a:spcAft>
                <a:spcPts val="1600"/>
              </a:spcAft>
              <a:defRPr sz="2000">
                <a:solidFill>
                  <a:srgbClr val="2C2C2C"/>
                </a:solidFill>
              </a:defRPr>
              <a:buFont typeface="Arial"/>
              <a:buChar char="▸"/>
            </a:pPr>
            <a:r>
              <a:t>Raw study descriptions from actual records</a:t>
            </a:r>
          </a:p>
          <a:p>
            <a:pPr marL="285750" indent="-285750">
              <a:spcAft>
                <a:spcPts val="1600"/>
              </a:spcAft>
              <a:defRPr sz="2000">
                <a:solidFill>
                  <a:srgbClr val="2C2C2C"/>
                </a:solidFill>
              </a:defRPr>
              <a:buFont typeface="Arial"/>
              <a:buChar char="▸"/>
            </a:pPr>
            <a:r>
              <a:t>Sample study_desc_raw values to illustrate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4 customers' data spanning 1 year</a:t>
            </a:r>
          </a:p>
          <a:p>
            <a:pPr>
              <a:spcBef>
                <a:spcPts val="1200"/>
              </a:spcBef>
              <a:defRPr sz="2400"/>
            </a:pPr>
            <a:r>
              <a:t>DICOM modality imaging studies</a:t>
            </a:r>
          </a:p>
          <a:p>
            <a:pPr>
              <a:spcBef>
                <a:spcPts val="1200"/>
              </a:spcBef>
              <a:defRPr sz="2400"/>
            </a:pPr>
            <a:r>
              <a:t>Raw study descriptions from actual records</a:t>
            </a:r>
          </a:p>
          <a:p>
            <a:pPr>
              <a:spcBef>
                <a:spcPts val="1200"/>
              </a:spcBef>
              <a:defRPr sz="2400"/>
            </a:pPr>
            <a:r>
              <a:t>Sample study_desc_raw values to illustrate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