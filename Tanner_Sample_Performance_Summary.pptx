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Study Description Classifier — Performance on Held-Out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Tanner Health System — 200 rows sampled from TannerStudy2025.xlsx + TannerStudy2026.xlsx, filtered to only the ~10-11% whose exact text never appears in the training corpus, run through the full 4-model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 b="1">
                <a:solidFill>
                  <a:srgbClr val="B02A2A"/>
                </a:solidFill>
              </a:defRPr>
            </a:pPr>
            <a:r>
              <a:t>CORRECTED: an earlier pass randomly sampled 200 Tanner rows without checking for overlap with training data — 88% turned out to be exact duplicates already in glassbeam_data.csv (Tanner is one of the 18 source customers). This version filters to the ~11% of rows with zero exact-text overlap for a real generalization number.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00200"/>
          <a:ext cx="6766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40080"/>
                <a:gridCol w="1463040"/>
                <a:gridCol w="1051560"/>
                <a:gridCol w="1005840"/>
                <a:gridCol w="1005840"/>
              </a:tblGrid>
              <a:tr h="4457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Modality</a:t>
                      </a:r>
                    </a:p>
                  </a:txBody>
                  <a:tcPr anchor="t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t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Region/Focus</a:t>
                      </a:r>
                    </a:p>
                  </a:txBody>
                  <a:tcPr anchor="t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Laterality</a:t>
                      </a:r>
                    </a:p>
                  </a:txBody>
                  <a:tcPr anchor="t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Contrast</a:t>
                      </a:r>
                    </a:p>
                  </a:txBody>
                  <a:tcPr anchor="t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 anchor="t" marT="25400" marB="25400">
                    <a:solidFill>
                      <a:srgbClr val="1B2A4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/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02A2A"/>
                          </a:solidFill>
                        </a:defRPr>
                      </a:pPr>
                      <a:r>
                        <a:t>50%*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MG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/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100%*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7A3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t" marT="25400" marB="25400"/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NM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insufficient data (2 source rows had blank descriptions)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 anchor="t" marT="25400" marB="25400"/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PT / ES / SR / 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N/A (modality codes not yet in routing table)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 anchor="t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25780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A5A5A"/>
                </a:solidFill>
              </a:defRPr>
            </a:pPr>
            <a:r>
              <a:t>*RF (n=2) and US (n=1) samples are too small to be statistically meaningful — reported for completeness, not as a generalization claim. NM/XA got no contrast score because they aren't routed for it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600200"/>
            <a:ext cx="4343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Takeaways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</a:defRPr>
            </a:pPr>
            <a:r>
              <a:t>• Laterality and contrast are still perfect (100%) on truly unseen text — that logic generalizes well.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</a:defRPr>
            </a:pPr>
            <a:r>
              <a:t>• Region/focus is the real weak spot: 92.5% on CT (n=134, the only modality with a meaningful sample size), with every miss traceable to a specific cause, not noise.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</a:defRPr>
            </a:pPr>
            <a:r>
              <a:t>• 2 gaps reconfirmed from the earlier (contaminated) test: PET/PSMA imaging and PET myocardial perfusion still have no region keyword match.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</a:defRPr>
            </a:pPr>
            <a:r>
              <a:t>• 2 new gaps found here: “PET ... SKULL TO THIGH” (a whole-body-range PET scan) gets mis-summarized as isolated Head+Lower-extremity instead of a body-range signal; “UPPER GI” fluoroscopy has no Abdomen mapping at all.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</a:defRPr>
            </a:pPr>
            <a:r>
              <a:t>• The bare-BONE→Whole-Body last-resort rule fired wrongly again on “CT GUIDED NEEDLE BIOPSY BONE DEEP” — same bug as before, now confirmed on a second independent example.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</a:defRPr>
            </a:pPr>
            <a:r>
              <a:t>• New modality codes showed up that aren't in the routing table yet: PT (PET) and ES (endoscopy) — currently correctly abstain (return null), but PT especially looks worth adding given the volume of PET/CT-hybrid studies.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Session Changes &amp; Example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What was built/fixed this session, and representative good vs. bad outputs from the Tanner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Changes this session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Built technique_study_type model (NM + MG only — the only 2 modalities where specialty-technique keywords partition ~98%+ of the modality into a clean ~12-category enum).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Enforced modality_model_architecture.json as authoritative across all 4 extractors via modality_architecture.py — fixed the “NM Bilateral leak” and analogous MG/XA/NM contrast leaks.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Built classify.py: single (modality, study_desc_raw) → all-applicable-attributes router, plus a confidence.py layer giving every prediction a rule-tier confidence score and a corpus-novelty score.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Dropped “reason” as a 5th attribute — only 5% of descriptions carry any indication language, not a clean taxonomy.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Pulled Tanner Health data into the repo to test generalization — first pass sampled randomly and was 88% contaminated by rows already in the training corpus; caught it via the novelty score reading 0.0 on rows that should've been unfamiliar, then rebuilt the sample to only include the ~11% of rows with zero exact-text overlap with training data. This deck reflects the corrected, genuinely held-out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7A34"/>
                </a:solidFill>
              </a:defRPr>
            </a:pPr>
            <a:r>
              <a:t>Good — correct end to 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691640"/>
          <a:ext cx="58521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4688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1E7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output</a:t>
                      </a:r>
                    </a:p>
                  </a:txBody>
                  <a:tcPr anchor="t" marT="25400" marB="25400">
                    <a:solidFill>
                      <a:srgbClr val="1E7A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Abdomen, Pelvis • Unspecified • With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CT SHOULDER RIGHT WITHOUT IV CONTRAST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Upper extremity/shoulder • Right • Without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MAMMO BREAST SCREENING TOMOSYNTHESIS 3D LEFT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Left • Screening mammogram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US RENAL ARTERY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Abdomen/kidney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CT CHEST ABDOMEN PELVIS WO CONTRAST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Chest, Abdomen, Pelvis • Without</a:t>
                      </a:r>
                    </a:p>
                  </a:txBody>
                  <a:tcPr anchor="t" marT="25400" marB="25400">
                    <a:solidFill>
                      <a:srgbClr val="EAF7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3749039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B02A2A"/>
                </a:solidFill>
              </a:defRPr>
            </a:pPr>
            <a:r>
              <a:t>Bad — gaps found on this new site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4114799"/>
          <a:ext cx="58521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4688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B0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output</a:t>
                      </a:r>
                    </a:p>
                  </a:txBody>
                  <a:tcPr anchor="t" marT="25400" marB="25400">
                    <a:solidFill>
                      <a:srgbClr val="B02A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Head/skull + Lower ext/thigh — misses the body-range in between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FL UPPER GI WITHOUT KUB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region_focus: {} — no Abdomen mapping for “UPPER GI” at all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PET PSMA IMAGING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region_focus: {} — reconfirmed gap (no PSMA→prostate keyword)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PET MYOCARDIAL PERFUSION MULTIPLE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region_focus: {} — reconfirmed gap (no MYOCARDIAL keyword)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CT GUIDED NEEDLE BIOPSY BONE DEEP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region_focus: Whole Body — wrong; bare-BONE rule overreach, 2nd example</a:t>
                      </a:r>
                    </a:p>
                  </a:txBody>
                  <a:tcPr anchor="t" marT="25400" marB="25400">
                    <a:solidFill>
                      <a:srgbClr val="FC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All Sampled Study Descriptions — Modality &amp;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Rows 1–60 of 198 (held-out Tanner sample — zero exact-text overlap with training data — original order, not deduplicated)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5623560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SCREENING FOR LUNG CANCER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SCREENING FOR LUNG CANCER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SCREENING FOR LUNG CANCER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Rgn:Head(skull); Lower extremity(thigh)…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CARDIAC CATHETERIZATION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Rgn:Chest(heart) | Lat:Unspecified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188720"/>
          <a:ext cx="5623560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MYOCARDIAL PERFUSION MULTIPLE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UPPER GI WITHOUT KUB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UPPER GI WITHOUT KUB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 | CM:Unspeci…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SUBSEQUENT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All Sampled Study Descriptions — Modality &amp;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Rows 61–120 of 198 (held-out Tanner sample — zero exact-text overlap with training data — original order, not deduplicated)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5623560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MG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MAMMO BREAST SCREENING TOMOSYNTHESIS 3D LEFT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Lat:Left | Tech:Screening mammogram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SHOULDER RIGHT WITHOUT IV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Rgn:Upper extremity(shoulder) | Lat:Rig…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MAXILLOFACIAL WITH IV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Rgn:Head(face) | Lat:Unspecified | CM:W…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SCREENING FOR LUNG CANCER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CARDIAC CATHETERIZATION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Rgn:Chest(heart) | Lat:Unspecified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PSMA IMAGING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 | CM:Unspeci…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188720"/>
          <a:ext cx="5623560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PSMA IMAGING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 | CM:Unspeci…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MYOCARDIAL PERFUSION MULTIPLE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 | CM:Unspeci…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SCREENING FOR LUNG CANCER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ABDOMEN PELVIS WO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Chest; Pelvis | Lat:Unspec…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US RENAL ARTERY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Rgn:Abdomen(kidney)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SUBSEQUENT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GUIDED NEEDLE BIOPSY RETROPERITONEUM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Rgn:Head(skull); Lower extremity(thigh)…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All Sampled Study Descriptions — Modality &amp;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Rows 121–180 of 198 (held-out Tanner sample — zero exact-text overlap with training data — original order, not deduplicated)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5623560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Rgn:Chest(lungs) | Lat:Unspecified | CM…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SUBSEQUENT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Rgn:Head(skull); Lower extremity(thigh)…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WHOLE BODY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Rgn:Whole Body | Lat:Unspecified | CM:U…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CARDIAC CATHETERIZATION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Rgn:Chest(heart) | Lat:Unspecified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ES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ENDOSCOPY FEES BY CINE/VIDEO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HYSTEROSALPINGOGRAM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CARDIAC CATHETERIZATION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Rgn:Chest(heart) | Lat:Unspecified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188720"/>
          <a:ext cx="5623560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GUIDED NEEDLE BIOPSY BONE DEEP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Rgn:Whole Body | Lat:Unspecified | CM:U…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CHEST ABDOMEN PELVIS WO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Chest; Pelvis | Lat:Unspec…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Rgn:Head(skull); Lower extremity(thigh)…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WHOLE BODY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SUBSEQUENT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LUNG FIELD REVIEW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XA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PSMA IMAGING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Rgn:Head(skull); Lower extremity(thigh)…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All Sampled Study Descriptions — Modality &amp;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Rows 181–198 of 198 (held-out Tanner sample — zero exact-text overlap with training data — original order, not deduplicated)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5623560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24688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Study description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t" marT="25400" marB="25400">
                    <a:solidFill>
                      <a:srgbClr val="0E7C8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DEXA BONE DENSITY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SOFT TISSUE NECK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Rgn:Neck | Lat:Unspecified | CM:With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FL LESS THAN 1 HOUR INTRAOPERATIVE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 | CM:Unspeci…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SHOULDER RIGHT WITHOUT IV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Rgn:Upper extremity(shoulder) | Lat:Rig…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MG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MAMMO BREAST SCREENING TOMOSYNTHESIS 3D LEFT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Lat:Left | Tech:Screening mammogram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INITIAL BONE SKULL TO THIGH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Rgn:Abdomen; Pelvis | Lat:Unspecified |…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 ABDOMEN PELVIS WITH CONTRAST</a:t>
                      </a:r>
                    </a:p>
                  </a:txBody>
                  <a:tcPr anchor="t" marT="25400" marB="25400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(not routed)</a:t>
                      </a:r>
                    </a:p>
                  </a:txBody>
                  <a:tcPr anchor="t" marT="25400" marB="25400"/>
                </a:tc>
              </a:tr>
              <a:tr h="15544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PET MYOCARDIAL PERFUSION MULTIPLE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Rgn:none | Lat:Unspecified | CM:Unspeci…</a:t>
                      </a:r>
                    </a:p>
                  </a:txBody>
                  <a:tcPr anchor="t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